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2000"/>
              </a:spcAft>
              <a:defRPr sz="5200" b="1">
                <a:solidFill>
                  <a:srgbClr val="667EEA"/>
                </a:solidFill>
                <a:latin typeface="微软雅黑"/>
              </a:defRPr>
            </a:pPr>
            <a:r>
              <a:t>??PPT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764BA2"/>
                </a:solidFill>
                <a:latin typeface="微软雅黑"/>
              </a:defRPr>
            </a:pPr>
            <a:r>
              <a:t>??????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4630400" cy="1524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14630400" cy="10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667EEA"/>
                </a:solidFill>
                <a:latin typeface="微软雅黑"/>
              </a:defRPr>
            </a:pPr>
            <a:r>
              <a:t>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ts val="2800"/>
              </a:lnSpc>
              <a:defRPr sz="2000">
                <a:solidFill>
                  <a:srgbClr val="764BA2"/>
                </a:solidFill>
                <a:latin typeface="微软雅黑"/>
              </a:defRPr>
            </a:pPr>
            <a:r>
              <a:t>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14630400" cy="10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667EEA"/>
                </a:solidFill>
                <a:latin typeface="微软雅黑"/>
              </a:defRPr>
            </a:pPr>
            <a:r>
              <a:t>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1887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764BA2"/>
                </a:solidFill>
                <a:latin typeface="微软雅黑"/>
              </a:defRPr>
            </a:pPr>
            <a:r>
              <a:t>???</a:t>
            </a:r>
          </a:p>
          <a:p>
            <a:pPr>
              <a:spcAft>
                <a:spcPts val="1200"/>
              </a:spcAft>
              <a:defRPr sz="2200" b="0">
                <a:solidFill>
                  <a:srgbClr val="764BA2"/>
                </a:solidFill>
                <a:latin typeface="微软雅黑"/>
              </a:defRPr>
            </a:pPr>
            <a:r>
              <a:t>???</a:t>
            </a:r>
          </a:p>
          <a:p>
            <a:pPr>
              <a:spcAft>
                <a:spcPts val="1200"/>
              </a:spcAft>
              <a:defRPr sz="2200" b="0">
                <a:solidFill>
                  <a:srgbClr val="764BA2"/>
                </a:solidFill>
                <a:latin typeface="微软雅黑"/>
              </a:defRPr>
            </a:pPr>
            <a:r>
              <a:t>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