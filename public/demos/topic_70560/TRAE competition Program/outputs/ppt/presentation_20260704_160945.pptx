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2000"/>
              </a:spcAft>
              <a:defRPr sz="5200" b="1">
                <a:solidFill>
                  <a:srgbClr val="667EEA"/>
                </a:solidFill>
                <a:latin typeface="微软雅黑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1645920"/>
            <a:ext cx="14630400" cy="1524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