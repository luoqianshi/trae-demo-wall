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2000"/>
              </a:spcAft>
              <a:defRPr sz="5200" b="1">
                <a:solidFill>
                  <a:srgbClr val="FF6B6B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EE5A24"/>
                </a:solidFill>
                <a:latin typeface="微软雅黑"/>
              </a:defRPr>
            </a:pPr>
            <a:r>
              <a:t>heygay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4630400" cy="152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14630400" cy="10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6B6B"/>
                </a:solidFill>
                <a:latin typeface="微软雅黑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br/>
            <a:pPr>
              <a:lnSpc>
                <a:spcPts val="2800"/>
              </a:lnSpc>
              <a:defRPr sz="2000">
                <a:solidFill>
                  <a:srgbClr val="EE5A24"/>
                </a:solidFill>
                <a:latin typeface="微软雅黑"/>
              </a:defRPr>
            </a:pPr>
            <a:r>
              <a:t>                        点击编辑正两位客人挺好v'n'k'j's'd'b'l'n'k'j'q文内容...</a:t>
            </a:r>
            <a:br/>
            <a:r>
              <a:t>            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14630400" cy="10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6B6B"/>
                </a:solidFill>
                <a:latin typeface="微软雅黑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11887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200" b="1">
                <a:solidFill>
                  <a:srgbClr val="EE5A24"/>
                </a:solidFill>
                <a:latin typeface="微软雅黑"/>
              </a:defRPr>
            </a:pPr>
            <a:r>
              <a:t>请问</a:t>
            </a:r>
          </a:p>
          <a:p>
            <a:pPr>
              <a:spcAft>
                <a:spcPts val="1200"/>
              </a:spcAft>
              <a:defRPr sz="2200" b="0">
                <a:solidFill>
                  <a:srgbClr val="EE5A24"/>
                </a:solidFill>
                <a:latin typeface="微软雅黑"/>
              </a:defRPr>
            </a:pPr>
            <a:r>
              <a:t>权威的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88720"/>
            <a:ext cx="14630400" cy="1016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FF6B6B"/>
                </a:solidFill>
                <a:latin typeface="微软雅黑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