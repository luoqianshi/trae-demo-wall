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800" b="1">
                <a:solidFill>
                  <a:srgbClr val="212529"/>
                </a:solidFill>
                <a:latin typeface="微软雅黑"/>
              </a:defRPr>
            </a:pPr>
            <a:r>
              <a:t>hey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3C4252"/>
                </a:solidFill>
                <a:latin typeface="微软雅黑"/>
              </a:defRPr>
            </a:pPr>
            <a:r>
              <a:t>sb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2529"/>
                </a:solidFill>
                <a:latin typeface="微软雅黑"/>
              </a:defRPr>
            </a:pPr>
            <a:r>
              <a:t>hey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lnSpc>
                <a:spcPts val="2800"/>
              </a:lnSpc>
              <a:defRPr sz="2000" b="1">
                <a:solidFill>
                  <a:srgbClr val="3C4252"/>
                </a:solidFill>
                <a:latin typeface="微软雅黑"/>
              </a:defRPr>
            </a:pPr>
            <a:r>
              <a:t>1</a:t>
            </a:r>
          </a:p>
          <a:p>
            <a:pPr>
              <a:lnSpc>
                <a:spcPts val="2800"/>
              </a:lnSpc>
              <a:defRPr sz="2000" b="0">
                <a:solidFill>
                  <a:srgbClr val="3C4252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4630400" cy="10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12529"/>
                </a:solidFill>
                <a:latin typeface="微软雅黑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731520"/>
            <a:ext cx="14630400" cy="101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