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800" b="1">
                <a:solidFill>
                  <a:srgbClr val="667EEA"/>
                </a:solidFill>
                <a:latin typeface="微软雅黑"/>
              </a:defRPr>
            </a:pPr>
            <a:r>
              <a:t>??PPT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764BA2"/>
                </a:solidFill>
                <a:latin typeface="微软雅黑"/>
              </a:defRPr>
            </a:pPr>
            <a:r>
              <a:t>??????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67EEA"/>
                </a:solidFill>
                <a:latin typeface="微软雅黑"/>
              </a:defRPr>
            </a:pPr>
            <a:r>
              <a:t>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2400"/>
              </a:lnSpc>
              <a:defRPr sz="1800">
                <a:solidFill>
                  <a:srgbClr val="764BA2"/>
                </a:solidFill>
                <a:latin typeface="微软雅黑"/>
              </a:defRPr>
            </a:pPr>
            <a:r>
              <a:t>??????????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4630400" cy="1016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